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svm_series_tempor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validacion_pronos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
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roceso_cli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ejemplo_cli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tecnica_ingenie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
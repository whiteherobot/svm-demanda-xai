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a_esti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esti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jem_esti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_esti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c_esti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